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0A7AFF"/>
                </a:solidFill>
                <a:latin typeface="Helvetica Neue"/>
              </a:rPr>
              <a:t>HydroWatch Amur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111827"/>
                </a:solidFill>
                <a:latin typeface="Helvetica Neue"/>
              </a:rPr>
              <a:t>Динамика затопления по Sentinel-1 + Sentinel-2: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11827"/>
                </a:solidFill>
                <a:latin typeface="Helvetica Neue"/>
              </a:rPr>
              <a:t>вода «до» и «пик», зона нового затопления, площади и сервис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160520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11 пар · 5 районов Приамурья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160520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Score 0.768 на платформе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4160520"/>
            <a:ext cx="3291840" cy="438912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docker compose up → карта +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Helvetica Neue"/>
              </a:rPr>
              <a:t>КосмоХакатон 2026 · кейс «Гидрологический мониторинг» · команда Победное очко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Задача и метрика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Пара наблюдений «до / пик» → три карты и три площади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54298" cy="20116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Вход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94560"/>
            <a:ext cx="3051962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Sentinel-1 GRD: VV, VH на две даты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Sentinel-2 (если нет облаков): B03, B04, B08, B11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Рельеф HAND/уклон, JRC GSW, ESA WorldCover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645920"/>
            <a:ext cx="3454298" cy="20116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9866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Выход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866" y="2194560"/>
            <a:ext cx="3051962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Маска воды на дату «до»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Маска воды на дату «пик»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Маска нового затопления → площади, га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45920"/>
            <a:ext cx="3454298" cy="20116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98484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Проверка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484" y="2194560"/>
            <a:ext cx="3051962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11 пар: 8 паводковых + 3 межени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Маски uint8 на сетке эталона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Площадь по маске = площадь в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4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Helvetica Neue"/>
              </a:rPr>
              <a:t>Score = 0.45 · Q_flood + 0.25 · Q_peak + 0.15 · Q_pre + 0.15 · Spec_межень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Helvetica Neue"/>
              </a:rPr>
              <a:t>q = 1 − |ошибка площади| / max(эталон, порог) · порог 50 га (затопление), 200 га (зеркало)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Главное — площадь нового затопления; межень штрафует ложную воду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Что в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EDA по 11 парам — REPORT.md §2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A7AFF"/>
                </a:solidFill>
                <a:latin typeface="Helvetica Neue"/>
              </a:rPr>
              <a:t>0.02–2 %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площади района — новое затопление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00400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сильный дисбаланс классов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5113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26281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5 из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6281" y="2578608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пар без пригодной оптики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281" y="3200400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решение обязано работать на одном SAR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1315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A7AFF"/>
                </a:solidFill>
                <a:latin typeface="Helvetica Neue"/>
              </a:rPr>
              <a:t>6 недель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1315" y="2578608"/>
            <a:ext cx="2154097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между «до» и «пик»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315" y="2926080"/>
            <a:ext cx="2154097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разность масок ловит сезонность, а не паводок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5181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96349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7AFF"/>
                </a:solidFill>
                <a:latin typeface="Helvetica Neue"/>
              </a:rPr>
              <a:t>0.5 / 3.7 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349" y="2578608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медиана HAND: вода / фон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6349" y="3200400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рельеф — признак, но не жёсткий фильтр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10911535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VV бимодальна: вода ≈ −20…−24 дБ; VH слабее по контрасту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SAR и оптика разнесены до 5 суток; две орбиты — 32 и 105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Эталон собран из 3 источников — неоднороден (слайд 07)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Почему не «порог Оцу + разность масок»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Ошибки SAR и оптики независимы — объединять надо признаки, а не маски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SAR, порог по VV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94560"/>
            <a:ext cx="3051962" cy="15361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ветровая рябь и радиотени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гладкие сухие поверхности — «вода»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пропуски на волнующейся воде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64592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9866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Оптика, NDWI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866" y="2194560"/>
            <a:ext cx="3051962" cy="15361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мутная паводковая вода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тени облаков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снимка часто просто 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4592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98484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Разность за 6 недель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484" y="2194560"/>
            <a:ext cx="3051962" cy="15361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сезонный ход уровня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разные орбиты и углы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«затопление» = любое изменение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10911535" cy="1234440"/>
          </a:xfrm>
          <a:prstGeom prst="roundRect">
            <a:avLst>
              <a:gd name="adj" fmla="val 1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36289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Наш ответ: одна сеть видит оба сенсора и рельеф одновременно,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а новое затопление предсказывает отдельной головой с гидрологической логикой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Схема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Siamese multimodal U-Net: два энкодера · temporal-признаки · три головы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S1 «до» / «пик»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40280"/>
            <a:ext cx="1883664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VV, VH, |Δ|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15768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S2 «до» / «пик»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64408"/>
            <a:ext cx="1883664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B03 B04 B08 B11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39896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8" y="3941064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288536"/>
            <a:ext cx="1883664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HAND · GSW · уклон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169164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47288" y="182880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ResNet-18 · 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19456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обучен с нуля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926080" y="2039112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10128" y="2715768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47288" y="285292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ResNet-18 · оптика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321868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SSL4EO-S12 MoCo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26080" y="3063240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80176" y="1691640"/>
            <a:ext cx="2286000" cy="1984248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81344" y="1892808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Temporal-признаки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2240280"/>
            <a:ext cx="188366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pre · peak · Δ на каждом масштабе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+ AUX (HAND, GSW, WorldCover)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+ флаг наличия оптики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596128" y="2555748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50224" y="1691640"/>
            <a:ext cx="2286000" cy="1984248"/>
          </a:xfrm>
          <a:prstGeom prst="roundRect">
            <a:avLst>
              <a:gd name="adj" fmla="val 1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87384" y="18745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Helvetica Neue"/>
              </a:rPr>
              <a:t>U-Net decoder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2377440"/>
            <a:ext cx="20116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skip-connections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окна 384×384, stride 256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modality dropout 50 %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266176" y="2555748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928616"/>
            <a:ext cx="3515258" cy="713232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4983480"/>
            <a:ext cx="351525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7AFF"/>
                </a:solidFill>
                <a:latin typeface="Helvetica Neue"/>
              </a:rPr>
              <a:t>вода «до»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12664"/>
            <a:ext cx="351525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порог 0.95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8218" y="4928616"/>
            <a:ext cx="3515258" cy="713232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338218" y="4983480"/>
            <a:ext cx="351525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7AFF"/>
                </a:solidFill>
                <a:latin typeface="Helvetica Neue"/>
              </a:rPr>
              <a:t>вода «пик»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8218" y="5312664"/>
            <a:ext cx="351525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порог 0.78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36356" y="4928616"/>
            <a:ext cx="3515258" cy="713232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036356" y="4983480"/>
            <a:ext cx="351525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7AFF"/>
                </a:solidFill>
                <a:latin typeface="Helvetica Neue"/>
              </a:rPr>
              <a:t>новое затопление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6356" y="5312664"/>
            <a:ext cx="351525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порог 0.95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5157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Loss: focal Tversky + Dice/BCE + штраф за площадь + гидрологика (затопление ⊂ пик, ∩ «до» = ∅)  ·  пороги — по отложенной Зее-2021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Валидация по событию: Зея-2021 отложена целиком · seed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2889504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0.768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288950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Score на платформе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26080"/>
            <a:ext cx="2889504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официальный сабмит, 11 пар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61688" y="1847088"/>
            <a:ext cx="2889504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0.758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78608"/>
            <a:ext cx="288950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Self-check по эталону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926080"/>
            <a:ext cx="2889504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scripts/reference_audit.py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645920"/>
            <a:ext cx="3870655" cy="2103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82128" y="1847088"/>
            <a:ext cx="3468319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Отложенная Зея-2021 (честная цифра)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2468880"/>
            <a:ext cx="3468319" cy="10789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q_flood 0.53 · q_peak 0.57 · q_pre 1.00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3211 га прогноза против 2179 га в JSON эталона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(2484 га по самой маске эталона)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Компонент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02336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Вес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2336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Значение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34256"/>
            <a:ext cx="4846320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4352544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Q_flood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352544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352544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0.699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81728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Q_water_peak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8172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6817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0.768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10912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Q_water_pre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010912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0109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0.680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40096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Spec_base (межень)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340096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340096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023360"/>
            <a:ext cx="5242255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Fine-tune: val loss 0.489 → 0.449; с нуля — 0.614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Межень: flood = 0 по типу события → Spec = 1.0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Абляции: без оптики / без AUX (REPORT §6.2)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Критика эталона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Воспроизводимый аудит: scripts/reference_audit.py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54298" cy="24688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3051962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5 из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3051962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масок воды почти без постоянной воды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00400"/>
            <a:ext cx="3051962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Константиновка-2021: 30 га «до» при 5436 га реки — частичное покрытие орбиты 105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645920"/>
            <a:ext cx="3454298" cy="24688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69866" y="1847088"/>
            <a:ext cx="3051962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+14 %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866" y="2578608"/>
            <a:ext cx="3051962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Зея-2021: JSON 2179 га, маска 2484 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3200400"/>
            <a:ext cx="3051962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какую цифру считать эталоном?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645920"/>
            <a:ext cx="3454298" cy="24688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98484" y="1847088"/>
            <a:ext cx="3051962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1156 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8484" y="257860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flood ≠ peak ∧ ¬pre ∧ ¬perm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8484" y="2926080"/>
            <a:ext cx="3051962" cy="9875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фильтры уклон/HAND/MMU применены только к flood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091153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Поярково: орбита 105 покрывала 0.3 % района → переключили на орбиту 32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Часть «ошибки» модели — ошибка эталона; метрика видит «сколько», но не «где»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Сервис: карта, отчёт,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docker compose up --build → http://localhost:8000 · Swagger 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6583680" cy="35661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D6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14400" y="1920240"/>
            <a:ext cx="457200" cy="54864"/>
          </a:xfrm>
          <a:prstGeom prst="rect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6035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91"/>
                </a:solidFill>
                <a:latin typeface="Helvetica Neue"/>
              </a:rPr>
              <a:t>Карта района: Свободный (Зея)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6035040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слои «до» · «пик» · прирост · убыль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шторка сравнения дат, переключение слоёв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запрос: полигон / bbox + даты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подложка OSM, контур AOI, легенда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645920"/>
            <a:ext cx="4099255" cy="35661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D6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726680" y="1920240"/>
            <a:ext cx="457200" cy="54864"/>
          </a:xfrm>
          <a:prstGeom prst="rect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26680" y="2057400"/>
            <a:ext cx="3550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91"/>
                </a:solidFill>
                <a:latin typeface="Helvetica Neue"/>
              </a:rPr>
              <a:t>Отчёт по AOI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80" y="2560320"/>
            <a:ext cx="3550615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вода «до»: 3 984,85 га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вода «пик»: 6 801,06 га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новое затопление: 3 211,38 га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убыль: 640,45 га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доля AOI, разбивка по WorldCover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JSON · CSV · GeoJSON · GeoTIFF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94959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полигон / bbox + даты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35808" y="5394959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слои «до · пик · прирост · убыль», шторка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5394959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отчёт JSON / CSV, GeoJSON, GeoTIFF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96143" y="5394959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REST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Зея-2021: прирост 3211 га · убыль 640 га · зеркало +71 % · ответ ≈ 1 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Обновление по новым сценам и воспроизводимость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Пользователь — дежурная смена ЦУКС / ЦГМС: решение в часы после пролёта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Пролёт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выгрузка на сетку района, ≈ 10 мин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029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45745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745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Маски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745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hydrowatch-predict, 10–20 с на GPU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050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13766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766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POST /api/observations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766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сравнение с опорным «до», &lt; 1 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8071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81787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787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Отчёт и карта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787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пересчитывается только разность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658368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Хранится опорное «до» + постоянная вода; орбиты — отдельные ряды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docker compose up · uv.lock · seed 2026 · SHA-256 весов · 22 теста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Инференс 2–3 ГБ VRAM, 10–20 с на пару · сервис &lt; 1 ГБ RAM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45920"/>
            <a:ext cx="4099255" cy="429768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D6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726680" y="1920240"/>
            <a:ext cx="457200" cy="54864"/>
          </a:xfrm>
          <a:prstGeom prst="rect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26680" y="2057400"/>
            <a:ext cx="35506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B3D91"/>
                </a:solidFill>
                <a:latin typeface="Helvetica Neue"/>
              </a:rPr>
              <a:t>REST API · Swagger /docs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560320"/>
            <a:ext cx="3550615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POST /api/analyze — геометрия + даты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GET /api/jobs/{id}/report.json | .csv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GET /api/jobs/{id}/vectors/{layer}.geojson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GET /api/pairs/{id}/mask.tif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POST /api/observations — новая сцена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GET /api/health · /api/pairs · /api/layers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Ограничения и развитие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18607" cy="40233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6996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Helvetica Neue"/>
              </a:rPr>
              <a:t>Что не решено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769967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Локальный угол падения не используется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Затопленная растительность (double-bounce) не картируется как вода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Переоценка на широких поймах: Поярково 3367 га против 2167 га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Пороги калиброваны на одном отложенном событии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318607" cy="4023360"/>
          </a:xfrm>
          <a:prstGeom prst="roundRect">
            <a:avLst>
              <a:gd name="adj" fmla="val 6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07327" y="1828800"/>
            <a:ext cx="476996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Что дальше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331720"/>
            <a:ext cx="4769967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Временной ряд S1 вместо пары: опорная вода и сезонная норма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Расширение выборки событиями 2013 и 2022 гг.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Слой double-bounce для затопленной растительности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Агрегация по бассейнам, связка с уровнями Росгидромета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Инкрементальный контур обновления — в продукт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